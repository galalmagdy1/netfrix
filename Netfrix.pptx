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4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4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46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50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57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81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94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3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3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89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5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8012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9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454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43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48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0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190926-34B8-47F0-B61D-0A19D1A6EF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6F849E3-148F-428F-995E-A0A470202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4841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  <p:sldLayoutId id="2147484098" r:id="rId4"/>
    <p:sldLayoutId id="2147484099" r:id="rId5"/>
    <p:sldLayoutId id="2147484100" r:id="rId6"/>
    <p:sldLayoutId id="2147484101" r:id="rId7"/>
    <p:sldLayoutId id="2147484102" r:id="rId8"/>
    <p:sldLayoutId id="2147484103" r:id="rId9"/>
    <p:sldLayoutId id="2147484104" r:id="rId10"/>
    <p:sldLayoutId id="2147484105" r:id="rId11"/>
    <p:sldLayoutId id="2147484106" r:id="rId12"/>
    <p:sldLayoutId id="2147484107" r:id="rId13"/>
    <p:sldLayoutId id="2147484108" r:id="rId14"/>
    <p:sldLayoutId id="2147484109" r:id="rId15"/>
    <p:sldLayoutId id="21474841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C651-1FD6-4E6D-A059-D409E5DCC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539C1E-2930-489F-A4CB-A53C97B5B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04"/>
            <a:ext cx="12192000" cy="683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29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8D0C5-6C9F-485C-9656-0D663FE84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Team 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805BB-67C6-47DA-A8BB-227FEA4E3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0F6FC"/>
                </a:solidFill>
                <a:effectLst/>
                <a:latin typeface="-apple-system"/>
              </a:rPr>
              <a:t>Galal Magdy</a:t>
            </a:r>
            <a:r>
              <a:rPr lang="en-US" sz="2000" b="0" i="0" dirty="0">
                <a:solidFill>
                  <a:srgbClr val="F0F6FC"/>
                </a:solidFill>
                <a:effectLst/>
                <a:latin typeface="-apple-system"/>
              </a:rPr>
              <a:t> (Team Leader)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0F6FC"/>
                </a:solidFill>
                <a:effectLst/>
                <a:latin typeface="-apple-system"/>
              </a:rPr>
              <a:t>Ahmed Ashour</a:t>
            </a:r>
            <a:endParaRPr lang="en-US" sz="2000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0F6FC"/>
                </a:solidFill>
                <a:effectLst/>
                <a:latin typeface="-apple-system"/>
              </a:rPr>
              <a:t>Ahmed </a:t>
            </a:r>
            <a:r>
              <a:rPr lang="en-US" sz="2000" b="1" i="0" dirty="0" err="1">
                <a:solidFill>
                  <a:srgbClr val="F0F6FC"/>
                </a:solidFill>
                <a:effectLst/>
                <a:latin typeface="-apple-system"/>
              </a:rPr>
              <a:t>Sokrat</a:t>
            </a:r>
            <a:endParaRPr lang="en-US" sz="2000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0F6FC"/>
                </a:solidFill>
                <a:effectLst/>
                <a:latin typeface="-apple-system"/>
              </a:rPr>
              <a:t>Seif Emad</a:t>
            </a:r>
            <a:endParaRPr lang="en-US" sz="2000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0F6FC"/>
                </a:solidFill>
                <a:effectLst/>
                <a:latin typeface="-apple-system"/>
              </a:rPr>
              <a:t>Faisal Mahmoud</a:t>
            </a:r>
            <a:endParaRPr lang="en-US" sz="2000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58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7468B-9516-433B-A6CB-6D63F563A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chemeClr val="accent1"/>
                </a:solidFill>
                <a:effectLst/>
                <a:latin typeface="-apple-system"/>
              </a:rPr>
              <a:t> Project Idea</a:t>
            </a:r>
            <a:b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28F6C-6A3F-4089-A99A-CF03A1AC1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F0F6FC"/>
                </a:solidFill>
                <a:effectLst/>
                <a:latin typeface="-apple-system"/>
              </a:rPr>
              <a:t>An Android mobile application for browsing and exploring detailed movie information, similar to a movie database interface. The app allows users to explore, search, and view comprehensive movie details with a simple and user-friendly interface without streaming capabilities.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04825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8471667-C17A-4D77-92BA-FA3E1EB98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875" y="8966"/>
            <a:ext cx="3124200" cy="67691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94C581-92EA-4F99-B8B3-2BE98EF11263}"/>
              </a:ext>
            </a:extLst>
          </p:cNvPr>
          <p:cNvSpPr txBox="1"/>
          <p:nvPr/>
        </p:nvSpPr>
        <p:spPr>
          <a:xfrm>
            <a:off x="1004044" y="1436599"/>
            <a:ext cx="765586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Login Screen UI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Purpose:</a:t>
            </a:r>
            <a:r>
              <a:rPr lang="en-US" sz="2000" dirty="0"/>
              <a:t> Secure user authentication interface.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Inputs:</a:t>
            </a:r>
            <a:r>
              <a:rPr lang="en-US" sz="2000" dirty="0"/>
              <a:t> Validates Email and Password credentials.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Features:</a:t>
            </a:r>
            <a:r>
              <a:rPr lang="en-US" sz="2000" dirty="0"/>
              <a:t> Includes password visibility toggle and "Forgot Password" recovery flow.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Navigation:</a:t>
            </a:r>
            <a:r>
              <a:rPr lang="en-US" sz="2000" dirty="0"/>
              <a:t> Direct link to the Sign-Up screen for new users.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75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1A7184-49AD-48B4-BD0D-7E5E5ECF3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769" y="9525"/>
            <a:ext cx="3165231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BC4675-72EF-42DC-BB0B-05B9FA5C6BAD}"/>
              </a:ext>
            </a:extLst>
          </p:cNvPr>
          <p:cNvSpPr txBox="1"/>
          <p:nvPr/>
        </p:nvSpPr>
        <p:spPr>
          <a:xfrm>
            <a:off x="1190625" y="1019175"/>
            <a:ext cx="744855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000" b="1" dirty="0"/>
              <a:t>Sign-Up Screen UI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Purpose:</a:t>
            </a:r>
            <a:r>
              <a:rPr lang="en-US" sz="2000" dirty="0"/>
              <a:t> Facilitates new user registration and account creation.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Inputs:</a:t>
            </a:r>
            <a:r>
              <a:rPr lang="en-US" sz="2000" dirty="0"/>
              <a:t> Fields for Email, Password, and Password Confirmation.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Features:</a:t>
            </a:r>
            <a:r>
              <a:rPr lang="en-US" sz="2000" dirty="0"/>
              <a:t> Includes "Confirm Password" validation with visibility toggles.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Navigation:</a:t>
            </a:r>
            <a:r>
              <a:rPr lang="en-US" sz="2000" dirty="0"/>
              <a:t> Quick link to the Login screen for existing accounts.</a:t>
            </a:r>
          </a:p>
        </p:txBody>
      </p:sp>
    </p:spTree>
    <p:extLst>
      <p:ext uri="{BB962C8B-B14F-4D97-AF65-F5344CB8AC3E}">
        <p14:creationId xmlns:p14="http://schemas.microsoft.com/office/powerpoint/2010/main" val="1332021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FF4155-ECB6-4E57-9F48-8AF42D944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184" y="0"/>
            <a:ext cx="316523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18843D-92FC-4876-AE50-EF530F2BBC0B}"/>
              </a:ext>
            </a:extLst>
          </p:cNvPr>
          <p:cNvSpPr txBox="1"/>
          <p:nvPr/>
        </p:nvSpPr>
        <p:spPr>
          <a:xfrm>
            <a:off x="1085850" y="1304925"/>
            <a:ext cx="7448549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Forgot Password Screen UI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Purpose:</a:t>
            </a:r>
            <a:r>
              <a:rPr lang="en-US" sz="2000" dirty="0"/>
              <a:t> Enables users to recover account access securely.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Inputs:</a:t>
            </a:r>
            <a:r>
              <a:rPr lang="en-US" sz="2000" dirty="0"/>
              <a:t> Single field for entering the registered Email address.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Action:</a:t>
            </a:r>
            <a:r>
              <a:rPr lang="en-US" sz="2000" dirty="0"/>
              <a:t> Triggers a password reset link sent to the user's email.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Navigation:</a:t>
            </a:r>
            <a:r>
              <a:rPr lang="en-US" sz="2000" dirty="0"/>
              <a:t> "Remembered? Login" link to return to the sign-in page.</a:t>
            </a:r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65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B07740-D445-4AC9-A808-B80B41889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184" y="0"/>
            <a:ext cx="316523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64436F-4EE0-431E-A150-E6438689A23B}"/>
              </a:ext>
            </a:extLst>
          </p:cNvPr>
          <p:cNvSpPr txBox="1"/>
          <p:nvPr/>
        </p:nvSpPr>
        <p:spPr>
          <a:xfrm>
            <a:off x="1162050" y="1133475"/>
            <a:ext cx="740092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000" b="1" dirty="0"/>
              <a:t>Home Screen UI</a:t>
            </a:r>
            <a:endParaRPr lang="ar-EG" sz="2000" b="1" dirty="0"/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Purpose:</a:t>
            </a:r>
            <a:r>
              <a:rPr lang="en-US" sz="2000" dirty="0"/>
              <a:t> Serves as the main dashboard for browsing the movie catalog.</a:t>
            </a:r>
            <a:endParaRPr lang="ar-EG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Top Bar:</a:t>
            </a:r>
            <a:r>
              <a:rPr lang="en-US" sz="2000" dirty="0"/>
              <a:t> Includes an options menu (⋮) allowing users to securely </a:t>
            </a:r>
            <a:r>
              <a:rPr lang="en-US" sz="2000" b="1" dirty="0"/>
              <a:t>Logout</a:t>
            </a:r>
            <a:r>
              <a:rPr lang="en-US" sz="2000" dirty="0"/>
              <a:t>.</a:t>
            </a:r>
            <a:endParaRPr lang="ar-EG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Layout:</a:t>
            </a:r>
            <a:r>
              <a:rPr lang="en-US" sz="2000" dirty="0"/>
              <a:t> Displays a visual grid of movie posters with quick "Favorite" toggle.</a:t>
            </a:r>
            <a:endParaRPr lang="ar-EG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Navigation:</a:t>
            </a:r>
            <a:r>
              <a:rPr lang="en-US" sz="2000" dirty="0"/>
              <a:t> Persistent bottom bar for access to Favorites, Search, and Settings.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62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2465D4-875E-4650-A9C7-A20B5854C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184" y="0"/>
            <a:ext cx="316523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EEFFBE-352B-49E5-81B7-D5F0B384090F}"/>
              </a:ext>
            </a:extLst>
          </p:cNvPr>
          <p:cNvSpPr txBox="1"/>
          <p:nvPr/>
        </p:nvSpPr>
        <p:spPr>
          <a:xfrm>
            <a:off x="1028700" y="1152525"/>
            <a:ext cx="69342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2000" b="1" dirty="0"/>
              <a:t>Movie Details Screen UI</a:t>
            </a:r>
            <a:endParaRPr lang="ar-EG" sz="2000" b="1" dirty="0"/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Purpose:</a:t>
            </a:r>
            <a:r>
              <a:rPr lang="en-US" sz="2000" dirty="0"/>
              <a:t> Displays comprehensive information about a specific movie.</a:t>
            </a:r>
            <a:endParaRPr lang="ar-EG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Content:</a:t>
            </a:r>
            <a:r>
              <a:rPr lang="en-US" sz="2000" dirty="0"/>
              <a:t> Features the movie poster, title, rating, release year, and genre tags.</a:t>
            </a:r>
            <a:endParaRPr lang="ar-EG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Info:</a:t>
            </a:r>
            <a:r>
              <a:rPr lang="en-US" sz="2000" dirty="0"/>
              <a:t> Presents a detailed "Summary" section describing the plot and storyline.</a:t>
            </a:r>
            <a:endParaRPr lang="ar-EG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Actions:</a:t>
            </a:r>
            <a:r>
              <a:rPr lang="en-US" sz="2000" dirty="0"/>
              <a:t> Includes a "Favorite" toggle (heart icon) and a back button for navigation.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433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C9FB5D-25A0-416C-BEF3-CD2E04E33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709" y="0"/>
            <a:ext cx="316523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973B8D-0908-4BA7-BF8F-69DAD5452F59}"/>
              </a:ext>
            </a:extLst>
          </p:cNvPr>
          <p:cNvSpPr txBox="1"/>
          <p:nvPr/>
        </p:nvSpPr>
        <p:spPr>
          <a:xfrm>
            <a:off x="1095375" y="1371600"/>
            <a:ext cx="722947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Favorites Screen UI</a:t>
            </a:r>
            <a:endParaRPr lang="ar-EG" sz="2000" b="1" dirty="0"/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Purpose:</a:t>
            </a:r>
            <a:r>
              <a:rPr lang="en-US" sz="2000" dirty="0"/>
              <a:t> Centralized hub for users to access and manage their saved movies.</a:t>
            </a:r>
            <a:endParaRPr lang="ar-EG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Layout:</a:t>
            </a:r>
            <a:r>
              <a:rPr lang="en-US" sz="2000" dirty="0"/>
              <a:t> Vertical list view displaying movie thumbnails, titles, and status.</a:t>
            </a:r>
            <a:endParaRPr lang="ar-EG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Interactions:</a:t>
            </a:r>
            <a:r>
              <a:rPr lang="en-US" sz="2000" dirty="0"/>
              <a:t> Allows users to easily remove items from the list using the "X" button.</a:t>
            </a:r>
            <a:endParaRPr lang="ar-EG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Navigation:</a:t>
            </a:r>
            <a:r>
              <a:rPr lang="en-US" sz="2000" dirty="0"/>
              <a:t> Directly accessible via the persistent bottom navigation bar.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109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D072C-8782-4BEB-B2B3-8DB76441E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184" y="0"/>
            <a:ext cx="316523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47CC30-99ED-4800-8EFE-D757507E0E00}"/>
              </a:ext>
            </a:extLst>
          </p:cNvPr>
          <p:cNvSpPr txBox="1"/>
          <p:nvPr/>
        </p:nvSpPr>
        <p:spPr>
          <a:xfrm>
            <a:off x="952499" y="1419225"/>
            <a:ext cx="707707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Search Screen UI</a:t>
            </a:r>
            <a:endParaRPr lang="ar-EG" sz="2000" b="1" dirty="0"/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Purpose:</a:t>
            </a:r>
            <a:r>
              <a:rPr lang="en-US" sz="2000" dirty="0"/>
              <a:t> Enables users to discover specific movies and TV shows from the catalog.</a:t>
            </a:r>
            <a:endParaRPr lang="ar-EG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Input:</a:t>
            </a:r>
            <a:r>
              <a:rPr lang="en-US" sz="2000" dirty="0"/>
              <a:t> Features a prominent top search bar for entering keywords or titles.</a:t>
            </a:r>
            <a:endParaRPr lang="ar-EG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State:</a:t>
            </a:r>
            <a:r>
              <a:rPr lang="en-US" sz="2000" dirty="0"/>
              <a:t> Displays a clear placeholder message to guide user interaction when empty.</a:t>
            </a:r>
            <a:endParaRPr lang="ar-EG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Navigation:</a:t>
            </a:r>
            <a:r>
              <a:rPr lang="en-US" sz="2000" dirty="0"/>
              <a:t> Accessible instantly via the "Search" tab in the bottom navigation bar.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237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06FF73-4578-458D-A80B-A0B490CC8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709" y="0"/>
            <a:ext cx="316523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20B8D2-ADFD-47FF-AAD9-7EADD420CF68}"/>
              </a:ext>
            </a:extLst>
          </p:cNvPr>
          <p:cNvSpPr txBox="1"/>
          <p:nvPr/>
        </p:nvSpPr>
        <p:spPr>
          <a:xfrm>
            <a:off x="1504950" y="1114425"/>
            <a:ext cx="6391275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Settings Screen UI</a:t>
            </a:r>
            <a:endParaRPr lang="ar-EG" sz="2000" b="1" dirty="0"/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Purpose:</a:t>
            </a:r>
            <a:r>
              <a:rPr lang="en-US" sz="2000" dirty="0"/>
              <a:t> Central hub for managing account preferences and session.</a:t>
            </a:r>
            <a:endParaRPr lang="ar-EG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Profile:</a:t>
            </a:r>
            <a:r>
              <a:rPr lang="en-US" sz="2000" dirty="0"/>
              <a:t> Displays the currently logged-in user's email address for verification.</a:t>
            </a:r>
            <a:endParaRPr lang="ar-EG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Security:</a:t>
            </a:r>
            <a:r>
              <a:rPr lang="en-US" sz="2000" dirty="0"/>
              <a:t> "Change Password" option triggers a secure reset link sent directly to the user's email.</a:t>
            </a:r>
            <a:endParaRPr lang="ar-EG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Preferences:</a:t>
            </a:r>
            <a:r>
              <a:rPr lang="en-US" sz="2000" dirty="0"/>
              <a:t> Includes a toggle switch to easily enable or disable app notifications.</a:t>
            </a:r>
            <a:endParaRPr lang="ar-EG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Session:</a:t>
            </a:r>
            <a:r>
              <a:rPr lang="en-US" sz="2000" dirty="0"/>
              <a:t> Prominent "Logout" button allows users to safely sign out of the application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897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F5504-5B5A-4AC3-9896-653DB7023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475" y="1905000"/>
            <a:ext cx="8911687" cy="2305051"/>
          </a:xfrm>
        </p:spPr>
        <p:txBody>
          <a:bodyPr>
            <a:noAutofit/>
          </a:bodyPr>
          <a:lstStyle/>
          <a:p>
            <a:pPr algn="ctr"/>
            <a:r>
              <a:rPr lang="en-US" sz="12400" dirty="0">
                <a:solidFill>
                  <a:schemeClr val="accent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1655297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50</TotalTime>
  <Words>538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-apple-system</vt:lpstr>
      <vt:lpstr>Arial</vt:lpstr>
      <vt:lpstr>Century Gothic</vt:lpstr>
      <vt:lpstr>Wingdings 3</vt:lpstr>
      <vt:lpstr>Wisp</vt:lpstr>
      <vt:lpstr>PowerPoint Presentation</vt:lpstr>
      <vt:lpstr>Team Member</vt:lpstr>
      <vt:lpstr> Project Idea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Galal Magdy galal hassan</dc:creator>
  <cp:lastModifiedBy>200044303-Galal Magdy galal hassan</cp:lastModifiedBy>
  <cp:revision>1</cp:revision>
  <dcterms:created xsi:type="dcterms:W3CDTF">2025-12-04T17:20:19Z</dcterms:created>
  <dcterms:modified xsi:type="dcterms:W3CDTF">2025-12-04T18:10:33Z</dcterms:modified>
</cp:coreProperties>
</file>